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35"/>
    <p:restoredTop sz="94694"/>
  </p:normalViewPr>
  <p:slideViewPr>
    <p:cSldViewPr snapToGrid="0">
      <p:cViewPr>
        <p:scale>
          <a:sx n="93" d="100"/>
          <a:sy n="93" d="100"/>
        </p:scale>
        <p:origin x="17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A37A-4A0B-DEC7-E0C3-BE5909FD8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analysis of Antibiotic Enhancement Using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A50D4-73E1-6E9D-D8EE-5A2E7AFB53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J’Laine Tindell, Kayla Easter, and Emily Eary</a:t>
            </a:r>
          </a:p>
        </p:txBody>
      </p:sp>
    </p:spTree>
    <p:extLst>
      <p:ext uri="{BB962C8B-B14F-4D97-AF65-F5344CB8AC3E}">
        <p14:creationId xmlns:p14="http://schemas.microsoft.com/office/powerpoint/2010/main" val="278733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64AF-03F5-15A5-3D68-95435455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1DEFE-EC3A-A4F3-D12A-28D78156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microbiology data in a database</a:t>
            </a:r>
          </a:p>
          <a:p>
            <a:r>
              <a:rPr lang="en-US" dirty="0"/>
              <a:t>Analyze the dating using Python</a:t>
            </a:r>
          </a:p>
          <a:p>
            <a:r>
              <a:rPr lang="en-US" dirty="0"/>
              <a:t>Generate visual comparisons between treatments</a:t>
            </a:r>
          </a:p>
        </p:txBody>
      </p:sp>
    </p:spTree>
    <p:extLst>
      <p:ext uri="{BB962C8B-B14F-4D97-AF65-F5344CB8AC3E}">
        <p14:creationId xmlns:p14="http://schemas.microsoft.com/office/powerpoint/2010/main" val="387204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65CF-D3FE-C5D9-4801-99319340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87C3E-E8AA-9B9A-7D77-FF7A59EDD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/>
              <a:t>SQL</a:t>
            </a:r>
          </a:p>
          <a:p>
            <a:r>
              <a:rPr lang="en-US" dirty="0"/>
              <a:t>Scientific data set </a:t>
            </a:r>
          </a:p>
        </p:txBody>
      </p:sp>
    </p:spTree>
    <p:extLst>
      <p:ext uri="{BB962C8B-B14F-4D97-AF65-F5344CB8AC3E}">
        <p14:creationId xmlns:p14="http://schemas.microsoft.com/office/powerpoint/2010/main" val="107704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8683-64D6-61D7-5D99-B84803E9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C8D9A-4042-3E97-E596-5741C50CC9E2}"/>
              </a:ext>
            </a:extLst>
          </p:cNvPr>
          <p:cNvSpPr txBox="1"/>
          <p:nvPr/>
        </p:nvSpPr>
        <p:spPr>
          <a:xfrm>
            <a:off x="1141413" y="2352136"/>
            <a:ext cx="212463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Experiment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A8CE4-2ACD-1BDA-ED5A-D04B33287EC4}"/>
              </a:ext>
            </a:extLst>
          </p:cNvPr>
          <p:cNvSpPr txBox="1"/>
          <p:nvPr/>
        </p:nvSpPr>
        <p:spPr>
          <a:xfrm>
            <a:off x="5038163" y="2341042"/>
            <a:ext cx="212463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7C660-E685-AF9A-77E4-3714988767DD}"/>
              </a:ext>
            </a:extLst>
          </p:cNvPr>
          <p:cNvSpPr txBox="1"/>
          <p:nvPr/>
        </p:nvSpPr>
        <p:spPr>
          <a:xfrm>
            <a:off x="8922775" y="2352136"/>
            <a:ext cx="212463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0FBA3-1E18-07F7-2D50-F80418935F33}"/>
              </a:ext>
            </a:extLst>
          </p:cNvPr>
          <p:cNvSpPr txBox="1"/>
          <p:nvPr/>
        </p:nvSpPr>
        <p:spPr>
          <a:xfrm>
            <a:off x="8934913" y="4138742"/>
            <a:ext cx="212463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375CD-4BE1-1370-4CC1-8C03666C750A}"/>
              </a:ext>
            </a:extLst>
          </p:cNvPr>
          <p:cNvSpPr txBox="1"/>
          <p:nvPr/>
        </p:nvSpPr>
        <p:spPr>
          <a:xfrm>
            <a:off x="5038163" y="4142207"/>
            <a:ext cx="212463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2A8C3-FC07-70CF-DAED-387A7B35A18B}"/>
              </a:ext>
            </a:extLst>
          </p:cNvPr>
          <p:cNvSpPr txBox="1"/>
          <p:nvPr/>
        </p:nvSpPr>
        <p:spPr>
          <a:xfrm>
            <a:off x="1141413" y="4138742"/>
            <a:ext cx="212463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Report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3C7D4F-90B0-8D3C-1F75-D961D52EA313}"/>
              </a:ext>
            </a:extLst>
          </p:cNvPr>
          <p:cNvCxnSpPr>
            <a:cxnSpLocks/>
          </p:cNvCxnSpPr>
          <p:nvPr/>
        </p:nvCxnSpPr>
        <p:spPr>
          <a:xfrm>
            <a:off x="9976332" y="3118383"/>
            <a:ext cx="0" cy="805294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2C08EC-4325-2B66-F4D7-CD643F1725D5}"/>
              </a:ext>
            </a:extLst>
          </p:cNvPr>
          <p:cNvCxnSpPr>
            <a:cxnSpLocks/>
          </p:cNvCxnSpPr>
          <p:nvPr/>
        </p:nvCxnSpPr>
        <p:spPr>
          <a:xfrm>
            <a:off x="3485478" y="2602652"/>
            <a:ext cx="1376978" cy="11094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C6E3D7-6B50-DABC-C9AE-AF793C04BB0C}"/>
              </a:ext>
            </a:extLst>
          </p:cNvPr>
          <p:cNvCxnSpPr>
            <a:cxnSpLocks/>
          </p:cNvCxnSpPr>
          <p:nvPr/>
        </p:nvCxnSpPr>
        <p:spPr>
          <a:xfrm>
            <a:off x="7323532" y="2613746"/>
            <a:ext cx="1376978" cy="11094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435E27-2F18-6EC0-868F-CEB4B0FE5ABD}"/>
              </a:ext>
            </a:extLst>
          </p:cNvPr>
          <p:cNvCxnSpPr>
            <a:cxnSpLocks/>
          </p:cNvCxnSpPr>
          <p:nvPr/>
        </p:nvCxnSpPr>
        <p:spPr>
          <a:xfrm flipH="1" flipV="1">
            <a:off x="3457548" y="4389258"/>
            <a:ext cx="1376978" cy="11094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EF4A48-BCB0-5BB7-4F58-B8906CBD0AA9}"/>
              </a:ext>
            </a:extLst>
          </p:cNvPr>
          <p:cNvCxnSpPr>
            <a:cxnSpLocks/>
          </p:cNvCxnSpPr>
          <p:nvPr/>
        </p:nvCxnSpPr>
        <p:spPr>
          <a:xfrm flipH="1" flipV="1">
            <a:off x="7323532" y="4400352"/>
            <a:ext cx="1376978" cy="11094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407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4A90-B167-8AC0-1E85-BA93A58E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Setup (SQL)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56661-9789-B9DE-0C6D-8A18FB646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079500"/>
            <a:ext cx="4889500" cy="47117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4DEEC-8E5A-FB79-AF00-B77566A2A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Imported SQLite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a table called “Results”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Stored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Treatment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Concentration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Trial 1, Trial 2, and Trial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allows structured storage rather than disorganized spread sheets. </a:t>
            </a:r>
          </a:p>
        </p:txBody>
      </p:sp>
    </p:spTree>
    <p:extLst>
      <p:ext uri="{BB962C8B-B14F-4D97-AF65-F5344CB8AC3E}">
        <p14:creationId xmlns:p14="http://schemas.microsoft.com/office/powerpoint/2010/main" val="271761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4F1B-FCE3-4D30-A837-0B891450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Insertion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3FAAE-16D5-B5EC-3D22-D8329A714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line of data has 5 fields</a:t>
            </a:r>
          </a:p>
          <a:p>
            <a:pPr marL="800100" lvl="1" indent="-342900">
              <a:buAutoNum type="arabicPeriod"/>
            </a:pPr>
            <a:r>
              <a:rPr lang="en-US" dirty="0"/>
              <a:t>Treatment Combination (vancomycin + added substance)</a:t>
            </a:r>
          </a:p>
          <a:p>
            <a:pPr marL="800100" lvl="1" indent="-342900">
              <a:buAutoNum type="arabicPeriod"/>
            </a:pPr>
            <a:r>
              <a:rPr lang="en-US" dirty="0"/>
              <a:t>Concentration of Added Substance (honey or garlic)</a:t>
            </a:r>
          </a:p>
          <a:p>
            <a:pPr marL="800100" lvl="1" indent="-342900">
              <a:buAutoNum type="arabicPeriod"/>
            </a:pPr>
            <a:r>
              <a:rPr lang="en-US" dirty="0"/>
              <a:t>Measurement from Trial 1</a:t>
            </a:r>
          </a:p>
          <a:p>
            <a:pPr marL="800100" lvl="1" indent="-342900">
              <a:buAutoNum type="arabicPeriod"/>
            </a:pPr>
            <a:r>
              <a:rPr lang="en-US" dirty="0"/>
              <a:t>Measurement from Trial 2</a:t>
            </a:r>
          </a:p>
          <a:p>
            <a:pPr marL="800100" lvl="1" indent="-342900">
              <a:buAutoNum type="arabicPeriod"/>
            </a:pPr>
            <a:r>
              <a:rPr lang="en-US" dirty="0"/>
              <a:t>Measurement from Trial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was inserted into SQL database from previous step. </a:t>
            </a:r>
          </a:p>
          <a:p>
            <a:pPr marL="800100" lvl="1" indent="-342900">
              <a:buAutoNum type="arabicPeriod"/>
            </a:pPr>
            <a:endParaRPr lang="en-US" dirty="0"/>
          </a:p>
          <a:p>
            <a:pPr marL="800100" lvl="1" indent="-342900">
              <a:buAutoNum type="arabicPeriod"/>
            </a:pPr>
            <a:endParaRPr lang="en-US" dirty="0"/>
          </a:p>
          <a:p>
            <a:pPr marL="800100" lvl="1" indent="-342900">
              <a:buAutoNum type="arabicPeriod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6E5CC9-F42C-E647-F4C1-94F2DFC0E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1331" y="1106810"/>
            <a:ext cx="5891213" cy="427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4C30-B65C-8024-AFE3-4C4B0D5B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Data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F8C0C5-A35E-997F-6AC2-A01597066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8435" y="1529297"/>
            <a:ext cx="5891213" cy="37994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C177A-5D78-3822-4BDD-FF29B363E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249485"/>
            <a:ext cx="3856037" cy="43898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SQLite was connected to panda. (7)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pulled from database and loaded into Padas DataFrame (df)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measurement for each treatment was calculated. (10)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full Data frame was printed. (12)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was printed including treatment, concentration, trials 1-3, and now the averages.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bar chart was created of treatment vs. average. (14-17)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X-axis: treatment condition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Y-axis: average measurement.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778B-14A4-BCB0-521C-3A07F663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B439B-814E-E280-3A7E-E0A822FF5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 graph generated by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the comparison between the average inhibition zones and the treatment trials.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4C4C11-9992-0B18-3279-91DA62477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2424" y="1293400"/>
            <a:ext cx="5282871" cy="449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91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7284-D23D-F432-B970-AFA063C5E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4279F-6D74-D674-29DA-6792CA22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stored data in a structured database rather than a messy spreadsheet. </a:t>
            </a:r>
          </a:p>
          <a:p>
            <a:r>
              <a:rPr lang="en-US" dirty="0"/>
              <a:t>Python took this database and computed averages. This reduced calculation errors among statistical analysis allowing it to be reproducible. </a:t>
            </a:r>
          </a:p>
          <a:p>
            <a:r>
              <a:rPr lang="en-US" dirty="0"/>
              <a:t>Python took the data and generated a bar graph allowing for easy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570481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819</TotalTime>
  <Words>292</Words>
  <Application>Microsoft Macintosh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An analysis of Antibiotic Enhancement Using </vt:lpstr>
      <vt:lpstr>Project goal</vt:lpstr>
      <vt:lpstr>Resources</vt:lpstr>
      <vt:lpstr>Data pipeline Overview</vt:lpstr>
      <vt:lpstr>Database Setup (SQL)</vt:lpstr>
      <vt:lpstr>Data Insertion</vt:lpstr>
      <vt:lpstr>Python Data Analysis</vt:lpstr>
      <vt:lpstr>Data visualization</vt:lpstr>
      <vt:lpstr>Why this matters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analysis of Antibiotic Enhancement Using </dc:title>
  <dc:creator>Emily Eary</dc:creator>
  <cp:lastModifiedBy>Emily Eary</cp:lastModifiedBy>
  <cp:revision>2</cp:revision>
  <dcterms:created xsi:type="dcterms:W3CDTF">2026-04-24T02:42:37Z</dcterms:created>
  <dcterms:modified xsi:type="dcterms:W3CDTF">2026-04-24T16:22:28Z</dcterms:modified>
</cp:coreProperties>
</file>